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7993E8-2955-4B29-9044-B61937393CC4}" v="1" dt="2025-09-10T10:49:46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Job Skill Demand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Nishant Kaushik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-24091136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 for Market Trend Analysis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Problem Statement:</a:t>
            </a:r>
          </a:p>
          <a:p>
            <a:r>
              <a:t>• Job seekers and recruiters lack real-time, location-specific insights about trending skills and salaries.</a:t>
            </a:r>
          </a:p>
          <a:p>
            <a:r>
              <a:t>• Existing information is static and global.</a:t>
            </a:r>
          </a:p>
          <a:p>
            <a:endParaRPr/>
          </a:p>
          <a:p>
            <a:r>
              <a:t>Objectives:</a:t>
            </a:r>
          </a:p>
          <a:p>
            <a:r>
              <a:t>• Identify skills trending or declining in demand over time.</a:t>
            </a:r>
          </a:p>
          <a:p>
            <a:r>
              <a:t>• Visualise demand by location, industry, and work type.</a:t>
            </a:r>
          </a:p>
          <a:p>
            <a:r>
              <a:t>• Forecast future demand for selected skills.</a:t>
            </a:r>
          </a:p>
          <a:p>
            <a:r>
              <a:t>• Provide insights on salary, experience, top cities, top companies.</a:t>
            </a:r>
          </a:p>
          <a:p>
            <a:r>
              <a:t>• Allow multi-skill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Dataset:</a:t>
            </a:r>
          </a:p>
          <a:p>
            <a:r>
              <a:t>• Synthetic job postings 2023–2025 (~15K records).</a:t>
            </a:r>
          </a:p>
          <a:p>
            <a:endParaRPr/>
          </a:p>
          <a:p>
            <a:r>
              <a:t>Steps:</a:t>
            </a:r>
          </a:p>
          <a:p>
            <a:r>
              <a:t>1. Data loading &amp; preprocessing.</a:t>
            </a:r>
          </a:p>
          <a:p>
            <a:r>
              <a:t>2. Feature engineering (monthly skill counts, rolling trends, salary stats).</a:t>
            </a:r>
          </a:p>
          <a:p>
            <a:r>
              <a:t>3. Forecasting with Prophet.</a:t>
            </a:r>
          </a:p>
          <a:p>
            <a:r>
              <a:t>4. Visualisation with Streamlit + Plotly.</a:t>
            </a:r>
          </a:p>
          <a:p>
            <a:endParaRPr/>
          </a:p>
          <a:p>
            <a:r>
              <a:t>Tools/Libraries:</a:t>
            </a:r>
          </a:p>
          <a:p>
            <a:r>
              <a:t>• Python, Streamlit, Plotly, Prophet, pandas, matplotlib, nltk.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Demo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Dashboard Tabs:</a:t>
            </a:r>
          </a:p>
          <a:p>
            <a:r>
              <a:t>• Overview</a:t>
            </a:r>
          </a:p>
          <a:p>
            <a:r>
              <a:t>• Trends</a:t>
            </a:r>
          </a:p>
          <a:p>
            <a:r>
              <a:t>• Forecast</a:t>
            </a:r>
          </a:p>
          <a:p>
            <a:r>
              <a:t>• Salary &amp; Experience</a:t>
            </a:r>
          </a:p>
          <a:p>
            <a:r>
              <a:t>• Summary</a:t>
            </a:r>
          </a:p>
          <a:p>
            <a:endParaRPr/>
          </a:p>
          <a:p>
            <a:r>
              <a:t>Key Features:</a:t>
            </a:r>
          </a:p>
          <a:p>
            <a:r>
              <a:t>• Filters (date, location, industry, work type, skill selection).</a:t>
            </a:r>
          </a:p>
          <a:p>
            <a:r>
              <a:t>• KPIs, charts, forecasts.</a:t>
            </a:r>
          </a:p>
          <a:p>
            <a:r>
              <a:t>• Multi-skill comparison.</a:t>
            </a:r>
          </a:p>
          <a:p>
            <a:r>
              <a:t>• Pie charts for top jobs, highest pay, cities, companies.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Results, 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Results &amp; Observations:</a:t>
            </a:r>
          </a:p>
          <a:p>
            <a:r>
              <a:t>• Users can identify trending skills and forecast demand.</a:t>
            </a:r>
          </a:p>
          <a:p>
            <a:r>
              <a:t>• Salary and experience stats allow better career planning.</a:t>
            </a:r>
          </a:p>
          <a:p>
            <a:r>
              <a:t>• Multi-skill comparison enables benchmarking.</a:t>
            </a:r>
          </a:p>
          <a:p>
            <a:endParaRPr/>
          </a:p>
          <a:p>
            <a:r>
              <a:t>Future Work:</a:t>
            </a:r>
          </a:p>
          <a:p>
            <a:r>
              <a:t>• Integrate live job feeds from LinkedIn/Indeed/Naukri.</a:t>
            </a:r>
          </a:p>
          <a:p>
            <a:r>
              <a:t>• Recommend training institutes / online courses for trending skills.</a:t>
            </a:r>
          </a:p>
          <a:p>
            <a:r>
              <a:t>• Automated job alerts for chosen skills.</a:t>
            </a:r>
          </a:p>
          <a:p>
            <a:r>
              <a:t>• Skill gap analysis from uploaded CVs.</a:t>
            </a:r>
          </a:p>
          <a:p>
            <a:r>
              <a:t>• Salary trend forecasting &amp; regional comparison.</a:t>
            </a:r>
          </a:p>
          <a:p>
            <a:r>
              <a:t>• Career path visualisation for complementary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324</Words>
  <Application>Microsoft Office PowerPoint</Application>
  <PresentationFormat>On-screen Show (4:3)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Job Skill Demand Forecasting</vt:lpstr>
      <vt:lpstr>Problem Statement &amp; Objectives</vt:lpstr>
      <vt:lpstr>Methodology &amp; Tools</vt:lpstr>
      <vt:lpstr>Implementation &amp; Demo Highlights</vt:lpstr>
      <vt:lpstr>Results, 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Nishant kaushik</cp:lastModifiedBy>
  <cp:revision>2</cp:revision>
  <dcterms:created xsi:type="dcterms:W3CDTF">2013-01-27T09:14:16Z</dcterms:created>
  <dcterms:modified xsi:type="dcterms:W3CDTF">2025-09-10T10:54:47Z</dcterms:modified>
  <cp:category/>
</cp:coreProperties>
</file>